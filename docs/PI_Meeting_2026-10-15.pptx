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11111"/>
                </a:solidFill>
              </a:rPr>
              <a:t>MD-gated dendritic plasticity: progress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555555"/>
                </a:solidFill>
              </a:rPr>
              <a:t>Does the mediodorsal thalamus gate which dendritic branch learns — enabling context-specific learning without catastrophic forgetting?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5555"/>
                </a:solidFill>
              </a:rPr>
              <a:t>Raghav · PI meeting 2026-10-15 · Thalamocortical Gating Model (spiking, Brian 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1"/>
                </a:solidFill>
              </a:rPr>
              <a:t>Background — 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11111"/>
                </a:solidFill>
              </a:rPr>
              <a:t>While reading in a noisy café, the brain routes attention without erasing what it knows.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11111"/>
                </a:solidFill>
              </a:rPr>
              <a:t>Hypothesis: the mediodorsal (MD) thalamus acts as a meta-controller that selects WHICH dendritic branch of a prefrontal pyramidal neuron is allowed to undergo plasticity.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0072B2"/>
                </a:solidFill>
              </a:rPr>
              <a:t>→ Different contexts write onto different physical branches instead of overwriting the same synapses — context-specific learning without catastrophic forgetting.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11111"/>
                </a:solidFill>
              </a:rPr>
              <a:t/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11111"/>
                </a:solidFill>
              </a:rPr>
              <a:t>Two papers grafted together (neither answers it alone):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111111"/>
                </a:solidFill>
              </a:rPr>
              <a:t>Yang, Murray &amp; Wang 2016 — the mechanism: spiking reduced-compartment pyramidal neuron, dendritic disinhibitory circuit (VIP→SOM→dendrite, PV→soma), calcium-based Graupner–Brunel plasticity.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111111"/>
                </a:solidFill>
              </a:rPr>
              <a:t>Zhang et al. 2025 — the MD wiring: MD→PV (gain) + MD→VIP (disinhibition) as the context/meta-control signal.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1"/>
                </a:solidFill>
              </a:rPr>
              <a:t>Background — the model (Model A, spiking, Brian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>One pyramidal neuron: soma + 2 dendritic branches.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>Each branch has an independent plastic cortical input (Graupner–Brunel calcium rule, Yang Eqs. 32–35).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>SOM inhibits a branch → shunts its calcium → gates its plasticity.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>MD sets the context via PV (somatic gain) and VIP→SOM (branch disinhibition).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/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072B2"/>
                </a:solidFill>
              </a:rPr>
              <a:t>Readout: gating ratio = rho(free branch) / rho(inhibited branch). Ratio &gt; 2 = gating works.</a:t>
            </a:r>
          </a:p>
        </p:txBody>
      </p:sp>
      <p:pic>
        <p:nvPicPr>
          <p:cNvPr id="4" name="Picture 3" descr="network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5852160" cy="56504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1"/>
                </a:solidFill>
              </a:rPr>
              <a:t>Since the last meeting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</a:rPr>
              <a:t>Environment moved from Windows to Linux; rebuilt the Brian 2 stack and verified bit-exact reproduction of all committed results.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</a:rPr>
              <a:t>Then closed the three open questions that were blocking confidence in the model:</a:t>
            </a:r>
          </a:p>
          <a:p>
            <a:pPr lvl="1">
              <a:spcAft>
                <a:spcPts val="900"/>
              </a:spcAft>
            </a:pPr>
            <a:r>
              <a:rPr sz="1600" b="1">
                <a:solidFill>
                  <a:srgbClr val="D55E00"/>
                </a:solidFill>
              </a:rPr>
              <a:t>1.  Gating reliability — why did a few random seeds fail?</a:t>
            </a:r>
          </a:p>
          <a:p>
            <a:pPr lvl="1">
              <a:spcAft>
                <a:spcPts val="900"/>
              </a:spcAft>
            </a:pPr>
            <a:r>
              <a:rPr sz="1600" b="1">
                <a:solidFill>
                  <a:srgbClr val="D55E00"/>
                </a:solidFill>
              </a:rPr>
              <a:t>2.  SOM-rate divergence — why does the model need ~2× Yang's firing rate?</a:t>
            </a:r>
          </a:p>
          <a:p>
            <a:pPr lvl="1">
              <a:spcAft>
                <a:spcPts val="900"/>
              </a:spcAft>
            </a:pPr>
            <a:r>
              <a:rPr sz="1600" b="1">
                <a:solidFill>
                  <a:srgbClr val="D55E00"/>
                </a:solidFill>
              </a:rPr>
              <a:t>3.  No catastrophic forgetting — does the core claim actually hold?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1">
                <a:solidFill>
                  <a:srgbClr val="009E73"/>
                </a:solidFill>
              </a:rPr>
              <a:t>All three resolved, committed, and pushed to GitHub. Details follow.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1"/>
                </a:solidFill>
              </a:rPr>
              <a:t>Result 1 — Gating reliability: a small-N variance artifact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D55E00"/>
                </a:solidFill>
              </a:rPr>
              <a:t>Problem: at the 25 Hz baseline, 2/20 random seeds failed (gating ratio ~1).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>Diagnosed: the inhibited branch draws a small, random integer number of SOM synapses (p=0.5 over only 20 SOM cells). Too few → weak shunt → branch depolarizes → NMDA opens → calcium escapes → gating lost.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>Not a firing-rate or timing problem; a population-size variance effect.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>Fix (controlled): hold mean inhibition constant, enlarge the SOM pool so the variance self-averages.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09E73"/>
                </a:solidFill>
              </a:rPr>
              <a:t>Result: N=100 → 20/20 seeds gate (full 10-epoch protocol).</a:t>
            </a:r>
          </a:p>
        </p:txBody>
      </p:sp>
      <p:pic>
        <p:nvPicPr>
          <p:cNvPr id="4" name="Picture 3" descr="n_som_disinhibition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80160"/>
            <a:ext cx="5577840" cy="24251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1"/>
                </a:solidFill>
              </a:rPr>
              <a:t>Result 2 — SOM-rate divergence from Yang,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D55E00"/>
                </a:solidFill>
              </a:rPr>
              <a:t>Reviewer question: Yang gets gating at ~10 Hz SOM; our model needs ~18–21 Hz at the SAME τ_GABA = 20 ms. Why 2×?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>Answer: gating tracks the DUTY CYCLE of inhibition (rate × τ), not the rate alone. Our spiking calcium is event-driven, so it needs fuller coverage than a rate-averaged rule.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>Proof: critical rate scales ~1/τ (rate×τ constant to &lt;3%, 10→20 ms). Same spike train + longer GABA tail rescues gating.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09E73"/>
                </a:solidFill>
              </a:rPr>
              <a:t>The model recovers Yang's ~10 Hz regime at τ = 40 ms — a quantified consequence of spiking calcium, not a bug.</a:t>
            </a:r>
          </a:p>
        </p:txBody>
      </p:sp>
      <p:pic>
        <p:nvPicPr>
          <p:cNvPr id="4" name="Picture 3" descr="som_rate_di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80160"/>
            <a:ext cx="5577840" cy="23768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1"/>
                </a:solidFill>
              </a:rPr>
              <a:t>Result 3 — No catastrophic forgetting (the core claim)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>First direct test: learn context A → switch to B → is A retained?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D55E00"/>
                </a:solidFill>
              </a:rPr>
              <a:t>Branch separation ALONE is not enough: inhibition-only switch → A's memory 70% erased (30% retained).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</a:rPr>
              <a:t>Why: gating is not protection. A shunted branch still gets input + bAP calcium, sits in the LTD band, and is actively depressed (Yang plasticity has no frozen state).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09E73"/>
                </a:solidFill>
              </a:rPr>
              <a:t>Memory is protected only when context A's INPUT is silent during B → 100% retained, while B learns on its own branch.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072B2"/>
                </a:solidFill>
              </a:rPr>
              <a:t>Sharper claim: no forgetting needs context-specific gating of BOTH the disinhibition AND the input.</a:t>
            </a:r>
          </a:p>
        </p:txBody>
      </p:sp>
      <p:pic>
        <p:nvPicPr>
          <p:cNvPr id="4" name="Picture 3" descr="retention_forge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80160"/>
            <a:ext cx="5577840" cy="234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1"/>
                </a:solidFill>
              </a:rPr>
              <a:t>Summary — before → after (this session)</a:t>
            </a:r>
          </a:p>
        </p:txBody>
      </p:sp>
      <p:pic>
        <p:nvPicPr>
          <p:cNvPr id="3" name="Picture 2" descr="before_after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72800" cy="37770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5555"/>
                </a:solidFill>
              </a:rPr>
              <a:t>All panels from committed simulation data. Orange = baseline/broken; green = resolved.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1"/>
                </a:solidFill>
              </a:rPr>
              <a:t>Where this leaves us /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1">
                <a:solidFill>
                  <a:srgbClr val="009E73"/>
                </a:solidFill>
              </a:rPr>
              <a:t>Settled: gating reliability, SOM-rate calibration, and the no-forgetting mechanism — all verified in the reduced circuit and documented.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11111"/>
                </a:solidFill>
              </a:rPr>
              <a:t/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111111"/>
                </a:solidFill>
              </a:rPr>
              <a:t>Next — scale to a ~3000-neuron network (Yang scale):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111111"/>
                </a:solidFill>
              </a:rPr>
              <a:t>Now unblocked in principle, but it MUST preserve input context-sparsity — not just branch-specific gating — or it will forget at scale.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111111"/>
                </a:solidFill>
              </a:rPr>
              <a:t>Repeat the key tests across seeds and in the full MD→VIP→SOM circuit.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11111"/>
                </a:solidFill>
              </a:rPr>
              <a:t/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555555"/>
                </a:solidFill>
              </a:rPr>
              <a:t>Open decisions for discussion: ambition (faithful replication + modest extension vs. full novel network for publication); MD fidelity (Poisson vs. full PFC↔MD loop).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