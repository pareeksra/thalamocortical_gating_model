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Thalamocortical Gating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 Progress, Phenomenological vs Mechanistic Approaches, and New Protocols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Phenomenological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Original Approach (Yang et al. 2016):</a:t>
            </a:r>
          </a:p>
          <a:p>
            <a:r>
              <a:t>• Uses hardcoded inhibition values (e.g., 2 nS vs 35 nS) to force gating.</a:t>
            </a:r>
          </a:p>
          <a:p>
            <a:r>
              <a:t>• Proves the mathematical concept of Graupner-Brunel plasticity.</a:t>
            </a:r>
          </a:p>
        </p:txBody>
      </p:sp>
      <p:pic>
        <p:nvPicPr>
          <p:cNvPr id="4" name="Picture 3" descr="fig4_branch_specific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32182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Emergent Mechanistic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Our New Mathematical Architecture:</a:t>
            </a:r>
          </a:p>
          <a:p>
            <a:r>
              <a:t>• Inhibition is dynamically calculated using firing rates: MD Thalamus -&gt; VIP -&gt; SOM.</a:t>
            </a:r>
          </a:p>
          <a:p>
            <a:r>
              <a:t>• VIP successfully suppresses SOM, dropping dendritic inhibition organically to ~2 nS.</a:t>
            </a:r>
          </a:p>
        </p:txBody>
      </p:sp>
      <p:pic>
        <p:nvPicPr>
          <p:cNvPr id="4" name="Picture 3" descr="fig_emergent_inhib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43200"/>
            <a:ext cx="651137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The New 3-Epoch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Continuous 300-Trial Simulation Paradigm:</a:t>
            </a:r>
          </a:p>
          <a:p>
            <a:r>
              <a:t>• Baseline (0-99): No MD drive, SOM inhibition at maximum.</a:t>
            </a:r>
          </a:p>
          <a:p>
            <a:r>
              <a:t>• Context A (100-199): MD activates VIP 1. Branch 1 learns.</a:t>
            </a:r>
          </a:p>
          <a:p>
            <a:r>
              <a:t>• Context B (200-299): MD activates VIP 2. Branch 2 learns.</a:t>
            </a:r>
          </a:p>
        </p:txBody>
      </p:sp>
      <p:pic>
        <p:nvPicPr>
          <p:cNvPr id="4" name="Picture 3" descr="fig_self_organized_bran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26080"/>
            <a:ext cx="654983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Gating Selectivity Index (GS)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Quantifying interneuron behavior:</a:t>
            </a:r>
          </a:p>
          <a:p>
            <a:r>
              <a:t>• VIP GS = 1.00 (Highly selective for preferred context)</a:t>
            </a:r>
          </a:p>
          <a:p>
            <a:r>
              <a:t>• SOM GS = -0.88 (Anti-selective, strongly suppressed by VIP)</a:t>
            </a:r>
          </a:p>
          <a:p>
            <a:r>
              <a:t>• PV GS = 0.00 (Global, non-selective drive)</a:t>
            </a:r>
          </a:p>
        </p:txBody>
      </p:sp>
      <p:pic>
        <p:nvPicPr>
          <p:cNvPr id="4" name="Picture 3" descr="fig_gating_sele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26080"/>
            <a:ext cx="6400800" cy="21327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Inject Biological Realism:</a:t>
            </a:r>
          </a:p>
          <a:p>
            <a:pPr lvl="1"/>
            <a:r>
              <a:t>Introduce stochastic variance (Gaussian noise) to firing rates and synaptic weights.</a:t>
            </a:r>
          </a:p>
          <a:p>
            <a:r>
              <a:t>Signal-to-Noise Ratio (SNR) Paradigm:</a:t>
            </a:r>
          </a:p>
          <a:p>
            <a:pPr lvl="1"/>
            <a:r>
              <a:t>Test the circuit's ability to fork pathways in high-noise vs low-noise surroundings.</a:t>
            </a:r>
          </a:p>
          <a:p>
            <a:r>
              <a:t>Simulate Ketamine/NMDA Hypofunction:</a:t>
            </a:r>
          </a:p>
          <a:p>
            <a:pPr lvl="1"/>
            <a:r>
              <a:t>Degrade MD-&gt;VIP synapses and observe emergent gating failure (Schizophrenia model).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